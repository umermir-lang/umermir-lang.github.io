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DEVINITI AI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Change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your Atlassian ecosystem into an intelligent powerhouse.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end-to-end automation framework that maximizes existing tools.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Manual Management is Broken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Requests: Incorrect forms and misplaced tickets lead to chaos.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Delays: Inconsistent details breach SLAs.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Overhead: Documentation takes hours away from actual work.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Millions in potential business losses.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Value You Already Own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invest in Atlassian; use it effectively.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extra costs: No additional AI tools needed.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Licensing: Use existing tier benefits.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ROI: Turn passive tools into active profit intelligence.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Industry-Specific Challenges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Banking: Heavy compliance (SOX, PCI-DSS).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Manufacturing: Complex dependencies (ERP/IoT); downtime is expensive.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Retail: High-frequency changes &amp; peak traffic windows.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Healthcare: Regulatory oversight (HIPAA).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Use Case: Cyber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New '72-Hour' Breach Reporting Law.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Aligning 5,000+ staff to a critical deadline.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Risk: Emails ignored, SLAs missed, fines levied.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Solution: Auto-updates Jira workflows to enforce new time limit.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Compliance is code, not just policy.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&amp; Cyber Governance Frameworks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Tiers: Mapping from Tier 1 (Partial/Ad-hoc) to Tier 2 (Risk-Informed).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Mandates: Accelerating DORA and NIS2 (Oct 2024 deadlines).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Shift: Moving reactive governance into proactive risk management.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Efficiency: 3-5 day standard AI-augmented cycles for standard changes.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Manufacturing Risk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Robotic Arm Sensor Protocol Change.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Failure: Missed cross-team dependency.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Consequence: Global production shutdown.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 Tens of millions in losses.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AI at Every Stage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Intelligent Triage: AI redirects users to correct forms.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Auto-Classify: Rovo populates 90% of fields.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Smart Approval: Automated CAB scheduling.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Auto-Docs: AI generates meeting notes and audit trails.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SDLC Sync: Automatic Jira epic and task creation.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Request Handling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1 &amp; 2: Precision intake via Rovo.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Triage: Rovo extracts intent and context; no more misrouting.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AI suggests impacted apps and backout plans.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 80% reduction in form-filling friction.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Approvals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3 &amp; 4: Zero Scheduling Bottlenecks.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Routing: AI identifies exact approvers per risk profile.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Scheduling: Zero calendar overhead for CAB meetings.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Auto-Documentation: Meeting notes &amp; Confluence sync.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auditability for compliance (SOX/HIPAA/GDPR).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SDLC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Transition: Moving to execution.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Jira stories and tasks in seconds.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engineering workflows and high-quality criteria.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implementation readiness once approved.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&amp; ROI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Safe: Predictable compliance.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Go-Live: Cycle times from days to hours.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Quality: Fewer incidents through prediction.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Savings: Direct hourly cost savings.</a:t>
            </a:r>
            <a:endParaRPr lang="en-US" sz="18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your ITSM today with Deviniti.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47320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Slide 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2026-01-20T17:32:12Z</dcterms:created>
  <dcterms:modified xsi:type="dcterms:W3CDTF">2026-01-20T17:32:12Z</dcterms:modified>
</cp:coreProperties>
</file>